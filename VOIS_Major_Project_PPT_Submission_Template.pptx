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a:t>
            </a:r>
            <a:endParaRPr lang="en-IN" b="0" dirty="0">
              <a:solidFill>
                <a:schemeClr val="tx1"/>
              </a:solidFill>
            </a:endParaRPr>
          </a:p>
          <a:p>
            <a:pPr algn="r"/>
            <a:r>
              <a:rPr lang="en-US" b="0" dirty="0">
                <a:solidFill>
                  <a:schemeClr val="tx1"/>
                </a:solidFill>
              </a:rPr>
              <a:t>College Name-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(its available in your offer letter)</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[write detail description about your project ]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